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Effects of Urea on Plant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This presentation explains how urea fertilizer influences seed germination, vegetative growth, and final plant health under controlled conditions.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It also compares the positive effects of balanced application with the risks caused by excess chemical fertilizer in soil and water systems.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 project is designed as a school-ready scientific study with clear observations, inference, and conclusion.</a:t>
            </a:r>
          </a:p>
        </p:txBody>
      </p:sp>
      <p:pic>
        <p:nvPicPr>
          <p:cNvPr id="5" name="Picture 4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Urea is one of the most widely used nitrogen fertilizers because it contains a high percentage of nitrogen and is relatively affordable for farmers.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Nitrogen is essential for chlorophyll formation, protein synthesis, and leaf development, so urea can significantly improve visible plant vigor when used properly.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However, incorrect dosage or repeated overuse can disturb soil chemistry, reduce microbial health, and lower long-term crop sustainability.</a:t>
            </a:r>
          </a:p>
        </p:txBody>
      </p:sp>
      <p:pic>
        <p:nvPicPr>
          <p:cNvPr id="5" name="Picture 4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Aim of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To evaluate how different concentrations of urea affect germination rate, plant height, leaf color, and overall seedling quality.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To identify a practical and safe application level that improves plant growth without causing fertilizer stress or nutrient imbalance.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To build awareness about responsible fertilizer use in school-level agricultural science.</a:t>
            </a:r>
          </a:p>
        </p:txBody>
      </p:sp>
      <p:pic>
        <p:nvPicPr>
          <p:cNvPr id="5" name="Picture 4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If urea is applied in an optimum and measured amount, then plants will exhibit faster growth, greener leaves, and better biomass accumulation.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If urea is applied above the tolerance limit, then plants may show growth suppression, root injury, or leaf-tip burn due to osmotic and chemical stress.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Therefore, plant response is expected to be dose-dependent rather than simply increasing with more fertilizer.</a:t>
            </a:r>
          </a:p>
        </p:txBody>
      </p:sp>
      <p:pic>
        <p:nvPicPr>
          <p:cNvPr id="5" name="Picture 4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Germination of Seeds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Germination starts when a dry seed absorbs water and activates enzymes that convert stored food into usable energy for the embryo.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 radicle emerges first to form the root system, followed by shoot emergence that establishes early seedling growth.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Uniform germination is a key indicator of seed quality and favorable environmental conditions.</a:t>
            </a:r>
          </a:p>
        </p:txBody>
      </p:sp>
      <p:pic>
        <p:nvPicPr>
          <p:cNvPr id="5" name="Picture 4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Factors Affecting Seed Germination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Seed germination depends on both external environmental factors and internal biological conditions of the seed.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External factors include water, oxygen, temperature, and light, while internal factors include vitality, viability, and dormancy.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A deficiency in any essential factor can delay or prevent successful seed establishment.</a:t>
            </a:r>
          </a:p>
        </p:txBody>
      </p:sp>
      <p:pic>
        <p:nvPicPr>
          <p:cNvPr id="5" name="Picture 4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External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External factors are the surrounding physical conditions that directly control germination speed and seedling success.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Water enables metabolic activation, oxygen supports respiration, temperature regulates enzyme activity, and light affects specific seed types.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Soil texture, pH, and moisture-holding capacity also influence germination outcomes in real field conditions.</a:t>
            </a:r>
          </a:p>
        </p:txBody>
      </p:sp>
      <p:pic>
        <p:nvPicPr>
          <p:cNvPr id="5" name="Picture 4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Water is required for imbibition, enzyme activation, and the transport of nutrients to developing tissues in the embryo.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Insufficient moisture causes delayed germination, while excessive water can create anaerobic conditions that reduce oxygen availability.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Balanced and regular watering is essential for uniform sprouting and early root establishment.</a:t>
            </a:r>
          </a:p>
        </p:txBody>
      </p:sp>
      <p:pic>
        <p:nvPicPr>
          <p:cNvPr id="5" name="Picture 4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Oxygen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Germinating seeds use oxygen for aerobic respiration to generate ATP, the energy currency needed for growth and cell division.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When soil is compacted or waterlogged, oxygen diffusion decreases and germination percentage may drop significantly.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Adequate aeration around seeds helps maintain healthy root emergence and strong seedlings.</a:t>
            </a:r>
          </a:p>
        </p:txBody>
      </p:sp>
      <p:pic>
        <p:nvPicPr>
          <p:cNvPr id="5" name="Picture 4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Temperature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Temperature controls metabolic rate and enzyme efficiency, making it a major factor in how quickly seeds germinate.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Each crop has a minimum, optimum, and maximum germination temperature range that must be respected for best results.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Extreme temperatures may denature enzymes or slow metabolism, resulting in poor and uneven germination.</a:t>
            </a:r>
          </a:p>
        </p:txBody>
      </p:sp>
      <p:pic>
        <p:nvPicPr>
          <p:cNvPr id="5" name="Picture 4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Certain seeds are light-sensitive and may require either light exposure or darkness to trigger germination mechanisms.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After sprouting, adequate light intensity is crucial for chlorophyll development and sturdy shoot growth.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Poor light management can produce weak, elongated seedlings with low survival potential.</a:t>
            </a:r>
          </a:p>
        </p:txBody>
      </p:sp>
      <p:pic>
        <p:nvPicPr>
          <p:cNvPr id="5" name="Picture 4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Internal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Internal factors refer to biological properties of seeds that determine whether they can germinate under favorable conditions.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Vitality influences seedling strength, viability represents lifespan of germination potential, and dormancy controls timing.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These factors explain why two seed batches can perform differently under identical external conditions.</a:t>
            </a:r>
          </a:p>
        </p:txBody>
      </p:sp>
      <p:pic>
        <p:nvPicPr>
          <p:cNvPr id="5" name="Picture 4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Vitality, Longevity, and Dormancy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Vitality is the ability of a seed to produce a robust and healthy seedling under suitable conditions.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Longevity or viability is the duration for which a seed remains alive and capable of germination during storage.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Dormancy is a protective resting state in which a viable seed temporarily resists germination until specific triggers are met.</a:t>
            </a:r>
          </a:p>
        </p:txBody>
      </p:sp>
      <p:pic>
        <p:nvPicPr>
          <p:cNvPr id="5" name="Picture 4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Urea and Its Effects on Plants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Urea [CO(NH2)2] is transformed in soil into ammonium and later nitrate, both of which are usable nitrogen sources for plants.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In moderate amounts, urea improves leaf area, chlorophyll concentration, and overall vegetative growth.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In excess, it can increase salinity and ammonia stress, causing leaf scorch, weak roots, and reduced nutrient balance.</a:t>
            </a:r>
          </a:p>
        </p:txBody>
      </p:sp>
      <p:pic>
        <p:nvPicPr>
          <p:cNvPr id="5" name="Picture 4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How to Use Urea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Apply urea according to crop stage, soil condition, and recommended agronomic dosage rather than random estimation.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Split application is often more effective than a single heavy dose because it reduces losses and improves nutrient uptake.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Incorporate urea into moist soil and irrigate after application to minimize volatilization and maximize root access.</a:t>
            </a:r>
          </a:p>
        </p:txBody>
      </p:sp>
      <p:pic>
        <p:nvPicPr>
          <p:cNvPr id="5" name="Picture 4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Advantages of Urea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Urea contains high nitrogen concentration, making it efficient for correcting nitrogen deficiency and promoting rapid vegetative growth.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It is comparatively economical, easy to store, and widely available, which supports large-scale agricultural use.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When integrated with balanced nutrient management, urea can improve yield, leaf quality, and crop uniformity.</a:t>
            </a:r>
          </a:p>
        </p:txBody>
      </p:sp>
      <p:pic>
        <p:nvPicPr>
          <p:cNvPr id="5" name="Picture 4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Negative Effects of Chemical Fertilizers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Overuse of chemical fertilizers can degrade soil structure, reduce beneficial microbial populations, and create nutrient imbalance.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Excess nitrate may leach into groundwater, while surface runoff can trigger eutrophication in ponds, lakes, and rivers.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Long-term dependence on high doses can lower sustainability and increase environmental risk.</a:t>
            </a:r>
          </a:p>
        </p:txBody>
      </p:sp>
      <p:pic>
        <p:nvPicPr>
          <p:cNvPr id="5" name="Picture 4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Apparatus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Required materials include uniform seeds, equal-sized pots, measured soil, urea fertilizer, labels, and a watering can.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Measurement tools such as a ruler, notebook, and weighing spoon are needed to maintain data accuracy and consistency.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Protective gloves are recommended for safe fertilizer handling during the experiment.</a:t>
            </a:r>
          </a:p>
        </p:txBody>
      </p:sp>
      <p:pic>
        <p:nvPicPr>
          <p:cNvPr id="5" name="Picture 4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Prepare equal pots with the same soil quantity and sow equal numbers of seeds from a single seed batch.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Create one control group (without urea) and multiple treatment groups with increasing urea concentrations.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Maintain equal water, light, and temperature, then record germination, plant height, leaf count, and visible health over time.</a:t>
            </a:r>
          </a:p>
        </p:txBody>
      </p:sp>
      <p:pic>
        <p:nvPicPr>
          <p:cNvPr id="5" name="Picture 4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Observation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 moderate-dose urea group showed improved greenness, stronger stems, and faster height increase compared with the control group.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 zero-urea group displayed slower vegetative growth, while excessive-dose groups developed stress signs and inconsistent development.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These outcomes indicate that response quality depends strongly on concentration and management practice.</a:t>
            </a:r>
          </a:p>
        </p:txBody>
      </p:sp>
      <p:pic>
        <p:nvPicPr>
          <p:cNvPr id="5" name="Picture 4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Balanced urea use enhances plant growth by supplying nitrogen for chlorophyll production, protein synthesis, and tissue development.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Both under-application and over-application can reduce overall growth efficiency and quality.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Therefore, fertilizer planning should focus on optimum dose, timing, and soil condition rather than maximum quantity.</a:t>
            </a:r>
          </a:p>
        </p:txBody>
      </p:sp>
      <p:pic>
        <p:nvPicPr>
          <p:cNvPr id="5" name="Picture 4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Urea is a useful and effective fertilizer when applied scientifically in the correct dose and at the proper growth stage.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The project confirms that optimum application improves plant performance, while excessive application can damage plants and ecosystems.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Responsible fertilizer management is essential for healthy crops, sustainable farming, and long-term soil productivity.</a:t>
            </a:r>
          </a:p>
        </p:txBody>
      </p:sp>
      <p:pic>
        <p:nvPicPr>
          <p:cNvPr id="5" name="Picture 4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" y="109728"/>
            <a:ext cx="6638544" cy="11969496"/>
          </a:xfrm>
          <a:prstGeom prst="rect">
            <a:avLst/>
          </a:prstGeom>
          <a:noFill/>
          <a:ln w="31750">
            <a:solidFill>
              <a:srgbClr val="1D5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035040" cy="960120"/>
          </a:xfrm>
          <a:prstGeom prst="roundRect">
            <a:avLst/>
          </a:prstGeom>
          <a:solidFill>
            <a:srgbClr val="2A7E49"/>
          </a:solidFill>
          <a:ln>
            <a:solidFill>
              <a:srgbClr val="2A7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4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5806440" cy="635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Thank you for reviewing this project on the effects of urea on plant growth.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1E1E1E"/>
                </a:solidFill>
              </a:rPr>
              <a:t>• Questions and discussion are welcome.</a:t>
            </a:r>
          </a:p>
        </p:txBody>
      </p:sp>
      <p:pic>
        <p:nvPicPr>
          <p:cNvPr id="5" name="Picture 4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183879"/>
            <a:ext cx="5806440" cy="3063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